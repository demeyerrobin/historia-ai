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4 - Aftermath of World War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Outbreak of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Assassination of Archduke Franz Ferdinand</a:t>
            </a:r>
          </a:p>
          <a:p>
            <a:pPr/>
            <a:r>
              <a:t>Austria-Hungary</a:t>
            </a:r>
          </a:p>
          <a:p>
            <a:pPr/>
            <a:r>
              <a:t>War declared on Serbia</a:t>
            </a:r>
          </a:p>
          <a:p>
            <a:pPr/>
            <a:r>
              <a:t>Germany declares war on Russia</a:t>
            </a:r>
          </a:p>
          <a:p>
            <a:pPr/>
            <a:r>
              <a:t>Britain enters the war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Battles and Turning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Battle of the Marne</a:t>
            </a:r>
          </a:p>
          <a:p>
            <a:pPr/>
            <a:r>
              <a:t>Battle of Verdun</a:t>
            </a:r>
          </a:p>
          <a:p>
            <a:pPr/>
            <a:r>
              <a:t>Over a million casualties</a:t>
            </a:r>
          </a:p>
          <a:p>
            <a:pPr/>
            <a:r>
              <a:t>Battle of the Somme</a:t>
            </a:r>
          </a:p>
          <a:p>
            <a:pPr/>
            <a:r>
              <a:t>Over 1 million casualties</a:t>
            </a:r>
          </a:p>
          <a:p>
            <a:pPr/>
            <a:r>
              <a:t>Battle of Jutland</a:t>
            </a:r>
          </a:p>
          <a:p>
            <a:pPr/>
            <a:r>
              <a:t>Naval arms race limitations</a:t>
            </a:r>
          </a:p>
          <a:p>
            <a:pPr/>
            <a:r>
              <a:t>US enters the war</a:t>
            </a:r>
          </a:p>
          <a:p>
            <a:pPr/>
            <a:r>
              <a:t>1917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Versailles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on 28 June 1919</a:t>
            </a:r>
          </a:p>
          <a:p>
            <a:pPr/>
            <a:r>
              <a:t>Severe penalties on Germany</a:t>
            </a:r>
          </a:p>
          <a:p>
            <a:pPr/>
            <a:r>
              <a:t>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  <a:p>
            <a:pPr/>
            <a:r>
              <a:t>War Guilt clause</a:t>
            </a:r>
          </a:p>
          <a:p>
            <a:pPr/>
            <a:r>
              <a:t>League of Nations established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Germany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Hyperinflation</a:t>
            </a:r>
          </a:p>
          <a:p>
            <a:pPr/>
            <a:r>
              <a:t>Economic sanctions</a:t>
            </a:r>
          </a:p>
          <a:p>
            <a:pPr/>
            <a:r>
              <a:t>Political instability</a:t>
            </a:r>
          </a:p>
          <a:p>
            <a:pPr/>
            <a:r>
              <a:t>Strained economy</a:t>
            </a:r>
          </a:p>
          <a:p>
            <a:pPr/>
            <a:r>
              <a:t>Social unrest</a:t>
            </a:r>
          </a:p>
          <a:p>
            <a:pPr/>
            <a:r>
              <a:t>Rise of extremist parties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Rise of the Nazi Party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Exploitation of public discontent</a:t>
            </a:r>
          </a:p>
          <a:p>
            <a:pPr/>
            <a:r>
              <a:t>Blame Jews, communists, Treaty</a:t>
            </a:r>
          </a:p>
          <a:p>
            <a:pPr/>
            <a:r>
              <a:t>Anti-Semitic rhetoric</a:t>
            </a:r>
          </a:p>
          <a:p>
            <a:pPr/>
            <a:r>
              <a:t>Increasing influence</a:t>
            </a:r>
          </a:p>
          <a:p>
            <a:pPr/>
            <a:r>
              <a:t>Hitler becomes Chancellor</a:t>
            </a:r>
          </a:p>
          <a:p>
            <a:pPr/>
            <a:r>
              <a:t>1933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League of 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Established in 1920</a:t>
            </a:r>
          </a:p>
          <a:p>
            <a:pPr/>
            <a:r>
              <a:t>Collective security</a:t>
            </a:r>
          </a:p>
          <a:p>
            <a:pPr/>
            <a:r>
              <a:t>Disarmament</a:t>
            </a:r>
          </a:p>
          <a:p>
            <a:pPr/>
            <a:r>
              <a:t>Resolution of disputes</a:t>
            </a:r>
          </a:p>
          <a:p>
            <a:pPr/>
            <a:r>
              <a:t>Limited effectiveness</a:t>
            </a:r>
          </a:p>
          <a:p>
            <a:pPr/>
            <a:r>
              <a:t>US never joined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International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Reshaped Europe</a:t>
            </a:r>
          </a:p>
          <a:p>
            <a:pPr/>
            <a:r>
              <a:t>New nation-states</a:t>
            </a:r>
          </a:p>
          <a:p>
            <a:pPr/>
            <a:r>
              <a:t>Balance of power altered</a:t>
            </a:r>
          </a:p>
          <a:p>
            <a:pPr/>
            <a:r>
              <a:t>League's efforts undermined</a:t>
            </a:r>
          </a:p>
          <a:p>
            <a:pPr/>
            <a:r>
              <a:t>Failure to prevent aggression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Reparations strain Germany</a:t>
            </a:r>
          </a:p>
          <a:p>
            <a:pPr/>
            <a:r>
              <a:t>Hyperinflation</a:t>
            </a:r>
          </a:p>
          <a:p>
            <a:pPr/>
            <a:r>
              <a:t>Economic instability</a:t>
            </a:r>
          </a:p>
          <a:p>
            <a:pPr/>
            <a:r>
              <a:t>Social unrest</a:t>
            </a:r>
          </a:p>
          <a:p>
            <a:pPr/>
            <a:r>
              <a:t>Rise of fascist regimes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and Political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Rise of new nation-states</a:t>
            </a:r>
          </a:p>
          <a:p>
            <a:pPr/>
            <a:r>
              <a:t>Eastern Europe</a:t>
            </a:r>
          </a:p>
          <a:p>
            <a:pPr/>
            <a:r>
              <a:t>Social changes</a:t>
            </a:r>
          </a:p>
          <a:p>
            <a:pPr/>
            <a:r>
              <a:t>Emancipation of women</a:t>
            </a:r>
          </a:p>
          <a:p>
            <a:pPr/>
            <a:r>
              <a:t>Labor movements</a:t>
            </a:r>
          </a:p>
          <a:p>
            <a:pPr/>
            <a:r>
              <a:t>Social unrest</a:t>
            </a:r>
          </a:p>
          <a:p>
            <a:pPr/>
            <a:r>
              <a:t>Totalitarian regimes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Peace Conference and Its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Paris Peace Conference 1919</a:t>
            </a:r>
          </a:p>
          <a:p>
            <a:pPr/>
            <a:r>
              <a:t>Big Four dominated</a:t>
            </a:r>
          </a:p>
          <a:p>
            <a:pPr/>
            <a:r>
              <a:t>League of Nations established</a:t>
            </a:r>
          </a:p>
          <a:p>
            <a:pPr/>
            <a:r>
              <a:t>Failed to address underlying issues</a:t>
            </a:r>
          </a:p>
          <a:p>
            <a:pPr/>
            <a:r>
              <a:t>Treaty of Versailles ineffective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Russian Revolution and Its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Overthrew Tsarist regime</a:t>
            </a:r>
          </a:p>
          <a:p>
            <a:pPr/>
            <a:r>
              <a:t>Establishment of Soviet Union</a:t>
            </a:r>
          </a:p>
          <a:p>
            <a:pPr/>
            <a:r>
              <a:t>Vladimir Lenin</a:t>
            </a:r>
          </a:p>
          <a:p>
            <a:pPr/>
            <a:r>
              <a:t>Red Army</a:t>
            </a:r>
          </a:p>
          <a:p>
            <a:pPr/>
            <a:r>
              <a:t>Territorial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Brest-Litovsk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in March 1918</a:t>
            </a:r>
          </a:p>
          <a:p>
            <a:pPr/>
            <a:r>
              <a:t>Imposed on Soviet government</a:t>
            </a:r>
          </a:p>
          <a:p>
            <a:pPr/>
            <a:r>
              <a:t>Significant territorial losses</a:t>
            </a:r>
          </a:p>
          <a:p>
            <a:pPr/>
            <a:r>
              <a:t>Weakened Russia</a:t>
            </a:r>
          </a:p>
          <a:p>
            <a:pPr/>
            <a:r>
              <a:t>New tensions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United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Entered World War I 1917</a:t>
            </a:r>
          </a:p>
          <a:p>
            <a:pPr/>
            <a:r>
              <a:t>Provided military and financial support</a:t>
            </a:r>
          </a:p>
          <a:p>
            <a:pPr/>
            <a:r>
              <a:t>Fourteen Points</a:t>
            </a:r>
          </a:p>
          <a:p>
            <a:pPr/>
            <a:r>
              <a:t>Did not join League of Nations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Short-Term Aftermath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Empires collapsed</a:t>
            </a:r>
          </a:p>
          <a:p>
            <a:pPr/>
            <a:r>
              <a:t>New nation-states</a:t>
            </a:r>
          </a:p>
          <a:p>
            <a:pPr/>
            <a:r>
              <a:t>Rise of political movements</a:t>
            </a:r>
          </a:p>
          <a:p>
            <a:pPr/>
            <a:r>
              <a:t>Treaty of Versailles</a:t>
            </a:r>
          </a:p>
          <a:p>
            <a:pPr/>
            <a:r>
              <a:t>League of Nations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Long-Term Aftermath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Harsh penalties on Germany</a:t>
            </a:r>
          </a:p>
          <a:p>
            <a:pPr/>
            <a:r>
              <a:t>Economic instability</a:t>
            </a:r>
          </a:p>
          <a:p>
            <a:pPr/>
            <a:r>
              <a:t>Political extremism</a:t>
            </a:r>
          </a:p>
          <a:p>
            <a:pPr/>
            <a:r>
              <a:t>Rise of totalitarian regimes</a:t>
            </a:r>
          </a:p>
          <a:p>
            <a:pPr/>
            <a:r>
              <a:t>Spread of communism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Neuilly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Bulgaria</a:t>
            </a:r>
          </a:p>
          <a:p>
            <a:pPr/>
            <a:r>
              <a:t>Territorial losses</a:t>
            </a:r>
          </a:p>
          <a:p>
            <a:pPr/>
            <a:r>
              <a:t>Economic sanctions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Sèvres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Ottoman Empire</a:t>
            </a:r>
          </a:p>
          <a:p>
            <a:pPr/>
            <a:r>
              <a:t>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Trianon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Hungary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Saint-Germain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Austria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Sèvres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Ottoman Empire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Lausanne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Turkey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Trianon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Hungary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Saint-Germain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Austria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Neuilly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Bulgaria</a:t>
            </a:r>
          </a:p>
          <a:p>
            <a:pPr/>
            <a:r>
              <a:t>Significant territorial losses</a:t>
            </a:r>
          </a:p>
          <a:p>
            <a:pPr/>
            <a:r>
              <a:t>Economic sanctions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Treaty of Sèvres (Final)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with Ottoman Empire</a:t>
            </a:r>
          </a:p>
          <a:p>
            <a:pPr/>
            <a:r>
              <a:t>Significant territorial losses</a:t>
            </a:r>
          </a:p>
          <a:p>
            <a:pPr/>
            <a:r>
              <a:t>Disarmament</a:t>
            </a:r>
          </a:p>
          <a:p>
            <a:pPr/>
            <a:r>
              <a:t>Reparations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