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3 - The Rise of Napoleon: Legacy of a Revolution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Napoleon Bonaparte's rise to power was inextricably linked to the French Revolution.</a:t>
            </a:r>
          </a:p>
          <a:p>
            <a:pPr/>
            <a:r>
              <a:t>This lesson explores the events leading to his ascent, focusing on his military prowess, political maneuvering, and lasting impact.</a:t>
            </a:r>
          </a:p>
          <a:p>
            <a:pPr/>
            <a:r>
              <a:t>Napoleon's legacy is a complex tapestry of achievements and shortcomings.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Corsica and the French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Born on the island of Corsica.</a:t>
            </a:r>
          </a:p>
          <a:p>
            <a:pPr/>
            <a:r>
              <a:t>Early life shaped by the fervor and uncertainty of the French Revolution.</a:t>
            </a:r>
          </a:p>
          <a:p>
            <a:pPr/>
            <a:r>
              <a:t>Joined the French army, swiftly rising through the ranks.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Military Success to Power Struggle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Military victories, like the Siege of Toulon and the Battle of Marengo.</a:t>
            </a:r>
          </a:p>
          <a:p>
            <a:pPr/>
            <a:r>
              <a:t>Established him as a national hero and propelled him to the forefront of French political life.</a:t>
            </a:r>
          </a:p>
          <a:p>
            <a:pPr/>
            <a:r>
              <a:t>Coup of 18 Brumaire in 1799, effectively stripping power from the Directory.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Napoleonic Code: A Legacy of Law and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Legal reforms, codified in the Napoleonic Code.</a:t>
            </a:r>
          </a:p>
          <a:p>
            <a:pPr/>
            <a:r>
              <a:t>Radical reshaped French society and served as a blueprint for modernizing legal systems across Europe.</a:t>
            </a:r>
          </a:p>
          <a:p>
            <a:pPr/>
            <a:r>
              <a:t>Based on principles of equality and justice.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Napoleon’s Expansion and the Napoleonic Wars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Napoleon’s ambition and military brilliance led to expansion.</a:t>
            </a:r>
          </a:p>
          <a:p>
            <a:pPr/>
            <a:r>
              <a:t>Conquests across Europe, resulting in the Napoleonic Wars.</a:t>
            </a:r>
          </a:p>
          <a:p>
            <a:pPr/>
            <a:r>
              <a:t>Aim to solidify French dominance and create a vast French Empire.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Battle of Austerlitz: A Triumph for Napoleon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Napoleon's brilliant military strategies and tactical genius on full display.</a:t>
            </a:r>
          </a:p>
          <a:p>
            <a:pPr/>
            <a:r>
              <a:t>Decisive victory over Austrian forces, solidifying his control over Europe.</a:t>
            </a:r>
          </a:p>
          <a:p>
            <a:pPr/>
            <a:r>
              <a:t>Cementing his image as a formidable military leader.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Peninsular War: A Clash of Ideologies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Invasion of Spain, culminating in the installation of a puppet monarch.</a:t>
            </a:r>
          </a:p>
          <a:p>
            <a:pPr/>
            <a:r>
              <a:t>Brutal conflict pitting the French against the Spanish resistance.</a:t>
            </a:r>
          </a:p>
          <a:p>
            <a:pPr/>
            <a:r>
              <a:t>A testament to Napoleon's ambitious goals and the enduring power of national identity.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Battle of Jena-Auerstedt: A Convincing Defeat for Prussia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Napoleon's rapid expansion eastward, culminating in the Battle of Jena-Auerstedt.</a:t>
            </a:r>
          </a:p>
          <a:p>
            <a:pPr/>
            <a:r>
              <a:t>Decisive blow to Prussia’s ambitions.</a:t>
            </a:r>
          </a:p>
          <a:p>
            <a:pPr/>
            <a:r>
              <a:t>Weakened opposition to French dominance on the European stage.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Battle of Friedland: A Victory Against Russia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Napoleon's victory at Friedland, a turning point in the war with Russia.</a:t>
            </a:r>
          </a:p>
          <a:p>
            <a:pPr/>
            <a:r>
              <a:t>Ability to defeat Russian forces and secure key territory.</a:t>
            </a:r>
          </a:p>
          <a:p>
            <a:pPr/>
            <a:r>
              <a:t>Positioned him as a dominant force on the European political stage.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Sixth Coalition: A Final Showdown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Sixth Coalition, a formidable alliance of European powers.</a:t>
            </a:r>
          </a:p>
          <a:p>
            <a:pPr/>
            <a:r>
              <a:t>Invasion of France, culminating in the capture of Paris.</a:t>
            </a:r>
          </a:p>
          <a:p>
            <a:pPr/>
            <a:r>
              <a:t>The ultimate undoing of Napoleon's ambitions.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Napoleon’s Exile: A Final Legacy of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Exile to the remote island of Elba.</a:t>
            </a:r>
          </a:p>
          <a:p>
            <a:pPr/>
            <a:r>
              <a:t>A testament to his immense power.</a:t>
            </a:r>
          </a:p>
          <a:p>
            <a:pPr/>
            <a:r>
              <a:t>Return and subsequent defeat at the Battle of Waterloo.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Napoleon's Legacy: A Complex and Contested Figure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Military tactics influenced modern warfare.</a:t>
            </a:r>
          </a:p>
          <a:p>
            <a:pPr/>
            <a:r>
              <a:t>Impact on Europe's development debated.</a:t>
            </a:r>
          </a:p>
          <a:p>
            <a:pPr/>
            <a:r>
              <a:t>Territorial ambition continues to be a topic of discussion.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Napoleonic Code’s Influence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for legal systems across Europe.</a:t>
            </a:r>
          </a:p>
          <a:p>
            <a:pPr/>
            <a:r>
              <a:t>Emphasis on clear, accessible, and codified legal frameworks.</a:t>
            </a:r>
          </a:p>
          <a:p>
            <a:pPr/>
            <a:r>
              <a:t>Principles of equality and justice.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Napoleonic Code's Impact on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Shattered feudal structures and promoted social mobility.</a:t>
            </a:r>
          </a:p>
          <a:p>
            <a:pPr/>
            <a:r>
              <a:t>Focus on equality and justice significantly impacted French society.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Lasting Impact on International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Napoleon's actions on the European stage left a lasting impact.</a:t>
            </a:r>
          </a:p>
          <a:p>
            <a:pPr/>
            <a:r>
              <a:t>Wars and conquests transformed the map of Europe.</a:t>
            </a:r>
          </a:p>
          <a:p>
            <a:pPr/>
            <a:r>
              <a:t>Principles of nationalism and self-determination became central to European politics.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Rise of Nationalism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Napoleonic Wars and conquests fueled the rise of nationalism.</a:t>
            </a:r>
          </a:p>
          <a:p>
            <a:pPr/>
            <a:r>
              <a:t>Wars exposed vulnerability of traditional monarchies.</a:t>
            </a:r>
          </a:p>
          <a:p>
            <a:pPr/>
            <a:r>
              <a:t>Sense of national pride and unity.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Impact on Modern Europe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of Europe shifted dramatically.</a:t>
            </a:r>
          </a:p>
          <a:p>
            <a:pPr/>
            <a:r>
              <a:t>Principles of nationalism and self-determination became central to European politics.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Legacy of Modern Legal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Napoleonic Code's influence extends to modern legal systems.</a:t>
            </a:r>
          </a:p>
          <a:p>
            <a:pPr/>
            <a:r>
              <a:t>Principles of codified law, due process, and individual rights.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Napoleon's Role in the Modern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 influence continues to be felt in modern times.</a:t>
            </a:r>
          </a:p>
          <a:p>
            <a:pPr/>
            <a:r>
              <a:t>A reminder of the transformative power of military tactics, political ambition, and revolutionary ideas.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Napoleon Bonaparte's life and legacy remain a captivating subject of historical study.</a:t>
            </a:r>
          </a:p>
          <a:p>
            <a:pPr/>
            <a:r>
              <a:t>His rise to power and subsequent fall serve as a potent reminder of the complexities of politics, the enduring power of ambition, and the profound impact of revolutionary ideas.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