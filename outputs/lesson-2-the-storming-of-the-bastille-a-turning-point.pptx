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2 - The Storming of the Bastille: A Turning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storming of the Bastille on July 14, 1789, marked a pivotal moment in the French Revolution.</a:t>
            </a:r>
          </a:p>
          <a:p>
            <a:pPr/>
            <a:r>
              <a:t>It symbolized the citizens' resistance against absolutist rule and their yearning for a more just and representative government.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the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Revolution, sparked by widespread social and economic inequalities.</a:t>
            </a:r>
          </a:p>
          <a:p>
            <a:pPr/>
            <a:r>
              <a:t>Political unrest, economic hardship, and intellectual ferment.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Prevailing Social 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France's rigid social hierarchy.</a:t>
            </a:r>
          </a:p>
          <a:p>
            <a:pPr/>
            <a:r>
              <a:t>Clergy, nobility, and a privileged middle class held significant power.</a:t>
            </a:r>
          </a:p>
          <a:p>
            <a:pPr/>
            <a:r>
              <a:t>The Third Estate, comprising the majority of the population, bore the brunt of taxation and lacked political representation.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Years of extravagant spending by the monarchy led to crippling debt and financial instability.</a:t>
            </a:r>
          </a:p>
          <a:p>
            <a:pPr/>
            <a:r>
              <a:t>The French economy was struggling, causing widespread hunger, poverty, and discontent among the Third Estate.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Estates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 desperate attempt to address the crisis, Louis XVI convened the Estates General</a:t>
            </a:r>
          </a:p>
          <a:p>
            <a:pPr/>
            <a:r>
              <a:t>The Third Estate, now representing the majority of the population, demanded equal representation.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Declaration of the National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June 17, 1789, the Third Estate declared itself the National Assembly</a:t>
            </a:r>
          </a:p>
          <a:p>
            <a:pPr/>
            <a:r>
              <a:t>Vowing to create a constitution for the kingdom.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Dismissal of Necker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Jacques Necker, the finance minister who was sympathetic to the Third Estate, was dismissed by King Louis XVI in July 1789</a:t>
            </a:r>
          </a:p>
          <a:p>
            <a:pPr/>
            <a:r>
              <a:t>Fueling widespread anger and fear.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Fear of Armed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Tension in Paris heightened as citizens grappled with the potential threat of royal forces or foreign mercenaries attacking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Siege of the Hôtel des Invalides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July 14, 1789, a mob stormed the Hôtel des Invalides, seeking weapons and ammunition.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Storming of the Bastille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mob's main target was the Bastille, a fortified prison that held political prisoners without fair trials.</a:t>
            </a:r>
          </a:p>
          <a:p>
            <a:pPr/>
            <a:r>
              <a:t>Its capture signaled the citizens' intention to overthrow the monarchy and establish a republic.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Significance of the Bastille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Bastille represented the last bastion of royal authority.</a:t>
            </a:r>
          </a:p>
          <a:p>
            <a:pPr/>
            <a:r>
              <a:t>Symbolizing the tyranny of the French monarchy.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Aftermath of the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storming of the Bastille, along with the subsequent events of the French Revolution, marked a turning point in the history of France.</a:t>
            </a:r>
          </a:p>
          <a:p>
            <a:pPr/>
            <a:r>
              <a:t>It initiated a period of radical social and political change, leading to the French Republic.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Reign of 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Revolution that followed the storming of the Bastille was marked by a reign of terror</a:t>
            </a:r>
          </a:p>
          <a:p>
            <a:pPr/>
            <a:r>
              <a:t>A period of violence and mass executions.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Fear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Fear, a tool of the revolutionaries, was used to suppress opposition and eliminate those deemed enemies of the revolution.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of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storming of the Bastille serves as a reminder of the transformative power of popular resistance and the potential dangers of unchecked power.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Events in the French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Declaration of the Rights of Man and of the Citizen</a:t>
            </a:r>
          </a:p>
          <a:p>
            <a:pPr/>
            <a:r>
              <a:t>The Reign of Terror</a:t>
            </a:r>
          </a:p>
          <a:p>
            <a:pPr/>
            <a:r>
              <a:t>The Rise of Robespierre and the Committee of Public Safety</a:t>
            </a:r>
          </a:p>
          <a:p>
            <a:pPr/>
            <a:r>
              <a:t>The Thermidorian Reaction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Declaration of the Rights of Man and of the Citizen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August 1789, the National Assembly proclaimed the Declaration of the Rights of Man and of the Citizen</a:t>
            </a:r>
          </a:p>
          <a:p>
            <a:pPr/>
            <a:r>
              <a:t>A document that proclaimed fundamental rights and liberties for all citizens.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Reign of 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Reign of Terror, lasting from 1793 to 1794</a:t>
            </a:r>
          </a:p>
          <a:p>
            <a:pPr/>
            <a:r>
              <a:t>A period of mass executions and political repression.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Robespierre and the Committee of Public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Jean-Jacques Rousseau's ideas about the general will inspired the rise of Robespierre and the Committee of Public Safety</a:t>
            </a:r>
          </a:p>
          <a:p>
            <a:pPr/>
            <a:r>
              <a:t>Who sought to eliminate enemies of the revolution through terror.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Thermidorian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Thermidorian Reaction, in 1794, saw the overthrow of Robespierre and his allies, ending the Reign of Terror.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culminated in the creation of a new constitution</a:t>
            </a:r>
          </a:p>
          <a:p>
            <a:pPr/>
            <a:r>
              <a:t>Establishing a republic based on principles of liberty, equality, and fraternity.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of the French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sparked a wave of revolutionary movements globally</a:t>
            </a:r>
          </a:p>
          <a:p>
            <a:pPr/>
            <a:r>
              <a:t>Leaving a lasting impact on political and social thought.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the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Revolution's ideals of liberty, equality, and fraternity continue to shape political discourse and inspire movements for social justice around the world.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Its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Revolution's legacy is complex. It brought about significant changes and reforms, but also led to periods of violence and instability.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Revolution: A Turning Point in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storming of the Bastille was a pivotal moment in the French Revolution, marking the beginning of a period of radical change and upheaval.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Revolution: A Catalyst for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served as a catalyst for change in Europe, inspiring other countries to demand their own rights and liberties.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Enlightenment Ideals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was deeply influenced by Enlightenment ideals, emphasizing reason, individual rights, and popular sovereignty.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Social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led to significant social reforms, including the abolishment of feudalism and the creation of a new social hierarchy.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French Revolution and the Future of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French Revolution had a profound impact on the future of Europe, leading to the rise of new ideologies, institutions, and political systems.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storming of the Bastille marked a turning point in French history, signifying citizen resistance against absolutist rule and a yearning for a more just and representative government.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