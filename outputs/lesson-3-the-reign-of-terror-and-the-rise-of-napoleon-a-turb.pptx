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3 - The Reign of Terror and the Rise of Napoleon: A Turbulent Era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1789</a:t>
            </a:r>
          </a:p>
          <a:p>
            <a:pPr/>
            <a:r>
              <a:t>Social and political upheaval</a:t>
            </a:r>
          </a:p>
          <a:p>
            <a:pPr/>
            <a:r>
              <a:t>Enlightenment ideals</a:t>
            </a:r>
          </a:p>
          <a:p>
            <a:pPr/>
            <a:r>
              <a:t>Economic hardship</a:t>
            </a:r>
          </a:p>
          <a:p>
            <a:pPr/>
            <a:r>
              <a:t>Desire for liberty and equality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Reign of Terror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1793-1794</a:t>
            </a:r>
          </a:p>
          <a:p>
            <a:pPr/>
            <a:r>
              <a:t>Committee of Public Safety</a:t>
            </a:r>
          </a:p>
          <a:p>
            <a:pPr/>
            <a:r>
              <a:t>Maximilien Robespierre</a:t>
            </a:r>
          </a:p>
          <a:p>
            <a:pPr/>
            <a:r>
              <a:t>Guillotine</a:t>
            </a:r>
          </a:p>
          <a:p>
            <a:pPr/>
            <a:r>
              <a:t>Mass executions</a:t>
            </a:r>
          </a:p>
          <a:p>
            <a:pPr/>
            <a:r>
              <a:t>Political purges</a:t>
            </a:r>
          </a:p>
          <a:p>
            <a:pPr/>
            <a:r>
              <a:t>Arbitrary arrests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Napoleon Bonaparte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1799</a:t>
            </a:r>
          </a:p>
          <a:p>
            <a:pPr/>
            <a:r>
              <a:t>Coup d'état</a:t>
            </a:r>
          </a:p>
          <a:p>
            <a:pPr/>
            <a:r>
              <a:t>First Consul</a:t>
            </a:r>
          </a:p>
          <a:p>
            <a:pPr/>
            <a:r>
              <a:t>Emperor of the French</a:t>
            </a:r>
          </a:p>
          <a:p>
            <a:pPr/>
            <a:r>
              <a:t>Military genius</a:t>
            </a:r>
          </a:p>
          <a:p>
            <a:pPr/>
            <a:r>
              <a:t>Military victories</a:t>
            </a:r>
          </a:p>
          <a:p>
            <a:pPr/>
            <a:r>
              <a:t>Conquest and expansion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Napoleonic Wars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1803-1815</a:t>
            </a:r>
          </a:p>
          <a:p>
            <a:pPr/>
            <a:r>
              <a:t>Coalition of European powers</a:t>
            </a:r>
          </a:p>
          <a:p>
            <a:pPr/>
            <a:r>
              <a:t>Napoleon's ambition</a:t>
            </a:r>
          </a:p>
          <a:p>
            <a:pPr/>
            <a:r>
              <a:t>Conquest and expansion</a:t>
            </a:r>
          </a:p>
          <a:p>
            <a:pPr/>
            <a:r>
              <a:t>Wars across Europe</a:t>
            </a:r>
          </a:p>
          <a:p>
            <a:pPr/>
            <a:r>
              <a:t>Division of nations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of Terror and Napoleon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France and Europe</a:t>
            </a:r>
          </a:p>
          <a:p>
            <a:pPr/>
            <a:r>
              <a:t>Terror's impact</a:t>
            </a:r>
          </a:p>
          <a:p>
            <a:pPr/>
            <a:r>
              <a:t>Napoleon's legacy</a:t>
            </a:r>
          </a:p>
          <a:p>
            <a:pPr/>
            <a:r>
              <a:t>Progress and destruction</a:t>
            </a:r>
          </a:p>
          <a:p>
            <a:pPr/>
            <a:r>
              <a:t>Long-term consequences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and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Causes of the French Revolution</a:t>
            </a:r>
          </a:p>
          <a:p>
            <a:pPr/>
            <a:r>
              <a:t>Impact of the Reign of Terror</a:t>
            </a:r>
          </a:p>
          <a:p>
            <a:pPr/>
            <a:r>
              <a:t>Napoleon's contribution</a:t>
            </a:r>
          </a:p>
          <a:p>
            <a:pPr/>
            <a:r>
              <a:t>Long-term consequences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1789</a:t>
            </a:r>
          </a:p>
          <a:p>
            <a:pPr/>
            <a:r>
              <a:t>1793-1794</a:t>
            </a:r>
          </a:p>
          <a:p>
            <a:pPr/>
            <a:r>
              <a:t>1799</a:t>
            </a:r>
          </a:p>
          <a:p>
            <a:pPr/>
            <a:r>
              <a:t>1803-1815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Maximilien Robespierre</a:t>
            </a:r>
          </a:p>
          <a:p>
            <a:pPr/>
            <a:r>
              <a:t>Napoleon Bonaparte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of 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Napoleonic Wars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Letters from revolutionaries</a:t>
            </a:r>
          </a:p>
          <a:p>
            <a:pPr/>
            <a:r>
              <a:t>Speeches from leaders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Secondary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Scholarly articles</a:t>
            </a:r>
          </a:p>
          <a:p>
            <a:pPr/>
            <a:r>
              <a:t>Books</a:t>
            </a:r>
          </a:p>
          <a:p>
            <a:pPr/>
            <a:r>
              <a:t>Documentaries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Essay</a:t>
            </a:r>
          </a:p>
          <a:p>
            <a:pPr/>
            <a:r>
              <a:t>Oral Presentation</a:t>
            </a:r>
          </a:p>
          <a:p>
            <a:pPr/>
            <a:r>
              <a:t>Group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