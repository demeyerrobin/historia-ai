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1 - The Road to Revolution: Enlightenment and Inequality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Enlightenment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Intellectual movement in 18th century France</a:t>
            </a:r>
          </a:p>
          <a:p>
            <a:pPr/>
            <a:r>
              <a:t>Influenced by English thinkers like Locke and Newton</a:t>
            </a:r>
          </a:p>
          <a:p>
            <a:pPr/>
            <a:r>
              <a:t>Emphasized reason, scientific inquiry, and individual liberty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Influences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Desire to break free from traditional authority and religious dogma</a:t>
            </a:r>
          </a:p>
          <a:p>
            <a:pPr/>
            <a:r>
              <a:t>Rise of new ideas and perspectives challenging the foundations of society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Rise of Reason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Emphasized reason and logic over faith and tradition</a:t>
            </a:r>
          </a:p>
          <a:p>
            <a:pPr/>
            <a:r>
              <a:t>Promoted a rational approach to understanding the world and human nature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 of Enlightenment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Spanned the 17th and 18th centuries, extended across Europe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Thinkers and Their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Montesquieu: Separation of powers and balance of power</a:t>
            </a:r>
          </a:p>
          <a:p>
            <a:pPr/>
            <a:r>
              <a:t>Voltaire: Criticism of religious intolerance and freedom of expression</a:t>
            </a:r>
          </a:p>
          <a:p>
            <a:pPr/>
            <a:r>
              <a:t>Diderot: Encyclopedia, universal secular education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Importance of Reason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Reason as primary tool for understanding and shaping society</a:t>
            </a:r>
          </a:p>
          <a:p>
            <a:pPr/>
            <a:r>
              <a:t>Challenged authority of religious institutions and traditional authorities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Challenging Traditional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Intellectual movement challenged existing social hierarchy and authority of the Church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Freedom of Thought and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Emphasis on individual liberty, freedom of thought, and right to express opinions without censorship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Education essential for critical thinking and contributing to a just and enlightened society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Women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Significant contributions despite male dominance</a:t>
            </a:r>
          </a:p>
          <a:p>
            <a:pPr/>
            <a:r>
              <a:t>Mary Wollstonecraft challenged traditional gender roles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Rigid social hierarchy with strict class divisions in France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Inequality in France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Political and social elite held significant power and wealth</a:t>
            </a:r>
          </a:p>
          <a:p>
            <a:pPr/>
            <a:r>
              <a:t>Stark divide between rich and poor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Inequality and Social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Enlightenment challenged existing social order and inequalities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Influence of Inequality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tensions fueled discontent among the common people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Rise of Nationalism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Emergence of new forms of nationalism</a:t>
            </a:r>
          </a:p>
          <a:p>
            <a:pPr/>
            <a:r>
              <a:t>Awareness of shared identities and cultural heritage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Influence on Future Movements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Ideas of the French Enlightenment inspired future movements for reform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Calas Affair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Jean Calas, accused of murdering his son to prevent his conversion to Catholicism</a:t>
            </a:r>
          </a:p>
          <a:p>
            <a:pPr/>
            <a:r>
              <a:t>Voltaire championed Calas's case, exposing religious fanaticism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Encyclopédie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Monumental undertaking by Diderot and d'Alembert</a:t>
            </a:r>
          </a:p>
          <a:p>
            <a:pPr/>
            <a:r>
              <a:t>Comprehensive encyclopedia advocating for scientific and secular learning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Spirit of the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Montesquieu's work advocating for separation of powers and checks and balances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End of the Old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Enlightenment emphasized progress, individual liberty, and challenged the existing order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Inspired by Enlightenment ideals, fueled by discontent and inequality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Influence on the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Ideas of individual liberty, equality, and popular sovereignty fueled the Revolution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Enlightenment provided a framework for understanding injustices and abuses of power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Revolution's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Profound impact on political and social landscape of France and beyond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Legacy of the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Lasting impact on modern world, inspiring democratic principles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Established a constitutional republic in 1791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 and the Rise of Democracy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Paved the way for democratic principles and republics in Europe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Impact of Enlightenment Ideals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Spread throughout Europe and beyond, inspiring social and political change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French Enlightenment was a remarkable period that shaped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