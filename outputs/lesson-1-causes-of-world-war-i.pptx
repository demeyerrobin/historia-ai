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1 - Causes of World War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on the Treaty of Berlin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1878 Treaty of Berlin</a:t>
            </a:r>
          </a:p>
          <a:p>
            <a:pPr/>
            <a:r>
              <a:t>Austria-Hungary mandate</a:t>
            </a:r>
          </a:p>
          <a:p>
            <a:pPr/>
            <a:r>
              <a:t>Ottoman Vilayet of Bosnia</a:t>
            </a:r>
          </a:p>
          <a:p>
            <a:pPr/>
            <a:r>
              <a:t>Serbia sovereignty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Annexation of Bosnia and Herzegovina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1908 annexation</a:t>
            </a:r>
          </a:p>
          <a:p>
            <a:pPr/>
            <a:r>
              <a:t>Serbian opposition</a:t>
            </a:r>
          </a:p>
          <a:p>
            <a:pPr/>
            <a:r>
              <a:t>Balkan states</a:t>
            </a:r>
          </a:p>
          <a:p>
            <a:pPr/>
            <a:r>
              <a:t>Nationalist threat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Nationalism in the Balkans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Serbian independence</a:t>
            </a:r>
          </a:p>
          <a:p>
            <a:pPr/>
            <a:r>
              <a:t>Black Hand</a:t>
            </a:r>
          </a:p>
          <a:p>
            <a:pPr/>
            <a:r>
              <a:t>Archduke Franz Ferdinand</a:t>
            </a:r>
          </a:p>
          <a:p>
            <a:pPr/>
            <a:r>
              <a:t>South Slav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Black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Dragutin Dimitrijević</a:t>
            </a:r>
          </a:p>
          <a:p>
            <a:pPr/>
            <a:r>
              <a:t>Major Vojislav Tankosić</a:t>
            </a:r>
          </a:p>
          <a:p>
            <a:pPr/>
            <a:r>
              <a:t>Rade Malobabić</a:t>
            </a:r>
          </a:p>
          <a:p>
            <a:pPr/>
            <a:r>
              <a:t>Assassination plot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July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Austrian ultimatum</a:t>
            </a:r>
          </a:p>
          <a:p>
            <a:pPr/>
            <a:r>
              <a:t>Serbian response</a:t>
            </a:r>
          </a:p>
          <a:p>
            <a:pPr/>
            <a:r>
              <a:t>Diplomatic confrontations</a:t>
            </a:r>
          </a:p>
          <a:p>
            <a:pPr/>
            <a:r>
              <a:t>War declaration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Triple Alliance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Germany</a:t>
            </a:r>
          </a:p>
          <a:p>
            <a:pPr/>
            <a:r>
              <a:t>Austria-Hungary</a:t>
            </a:r>
          </a:p>
          <a:p>
            <a:pPr/>
            <a:r>
              <a:t>Italy</a:t>
            </a:r>
          </a:p>
          <a:p>
            <a:pPr/>
            <a:r>
              <a:t>French and Russian threat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Triple Entente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</a:t>
            </a:r>
          </a:p>
          <a:p>
            <a:pPr/>
            <a:r>
              <a:t>Russia</a:t>
            </a:r>
          </a:p>
          <a:p>
            <a:pPr/>
            <a:r>
              <a:t>United Kingdom</a:t>
            </a:r>
          </a:p>
          <a:p>
            <a:pPr/>
            <a:r>
              <a:t>Central Powers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Arms 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Military expansion</a:t>
            </a:r>
          </a:p>
          <a:p>
            <a:pPr/>
            <a:r>
              <a:t>German navy</a:t>
            </a:r>
          </a:p>
          <a:p>
            <a:pPr/>
            <a:r>
              <a:t>British and French concerns</a:t>
            </a:r>
          </a:p>
          <a:p>
            <a:pPr/>
            <a:r>
              <a:t>Tensions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Balkan Wars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1912-1913</a:t>
            </a:r>
          </a:p>
          <a:p>
            <a:pPr/>
            <a:r>
              <a:t>Territorial expansion</a:t>
            </a:r>
          </a:p>
          <a:p>
            <a:pPr/>
            <a:r>
              <a:t>Ottoman Empire</a:t>
            </a:r>
          </a:p>
          <a:p>
            <a:pPr/>
            <a:r>
              <a:t>Power vacuum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Balkan States and National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Serbia</a:t>
            </a:r>
          </a:p>
          <a:p>
            <a:pPr/>
            <a:r>
              <a:t>Montenegro</a:t>
            </a:r>
          </a:p>
          <a:p>
            <a:pPr/>
            <a:r>
              <a:t>Bulgaria</a:t>
            </a:r>
          </a:p>
          <a:p>
            <a:pPr/>
            <a:r>
              <a:t>Nationalist aspirations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Dual Monarchy and Internal Struggles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Austro-Hungarian Empire</a:t>
            </a:r>
          </a:p>
          <a:p>
            <a:pPr/>
            <a:r>
              <a:t>Ethnic demands</a:t>
            </a:r>
          </a:p>
          <a:p>
            <a:pPr/>
            <a:r>
              <a:t>Internal tensions</a:t>
            </a:r>
          </a:p>
          <a:p>
            <a:pPr/>
            <a:r>
              <a:t>External pressures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Assassination and Initial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Bosnian Serbs</a:t>
            </a:r>
          </a:p>
          <a:p>
            <a:pPr/>
            <a:r>
              <a:t>Black Hand support</a:t>
            </a:r>
          </a:p>
          <a:p>
            <a:pPr/>
            <a:r>
              <a:t>Austrian ultimatum</a:t>
            </a:r>
          </a:p>
          <a:p>
            <a:pPr/>
            <a:r>
              <a:t>Serbian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Serbia's Response to the Ultimatum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Partial acceptance</a:t>
            </a:r>
          </a:p>
          <a:p>
            <a:pPr/>
            <a:r>
              <a:t>Rejection</a:t>
            </a:r>
          </a:p>
          <a:p>
            <a:pPr/>
            <a:r>
              <a:t>War declaration</a:t>
            </a:r>
          </a:p>
          <a:p>
            <a:pPr/>
            <a:r>
              <a:t>National outrage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Russian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Longstanding ties</a:t>
            </a:r>
          </a:p>
          <a:p>
            <a:pPr/>
            <a:r>
              <a:t>Mobilization</a:t>
            </a:r>
          </a:p>
          <a:p>
            <a:pPr/>
            <a:r>
              <a:t>Alliance with Serbia</a:t>
            </a:r>
          </a:p>
          <a:p>
            <a:pPr/>
            <a:r>
              <a:t>German challenge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German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Kaiser Wilhelm II</a:t>
            </a:r>
          </a:p>
          <a:p>
            <a:pPr/>
            <a:r>
              <a:t>Support for Austria-Hungary</a:t>
            </a:r>
          </a:p>
          <a:p>
            <a:pPr/>
            <a:r>
              <a:t>Mobilization</a:t>
            </a:r>
          </a:p>
          <a:p>
            <a:pPr/>
            <a:r>
              <a:t>French and British involvement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United Kingdom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neutrality</a:t>
            </a:r>
          </a:p>
          <a:p>
            <a:pPr/>
            <a:r>
              <a:t>Belgian neutrality</a:t>
            </a:r>
          </a:p>
          <a:p>
            <a:pPr/>
            <a:r>
              <a:t>German invasion</a:t>
            </a:r>
          </a:p>
          <a:p>
            <a:pPr/>
            <a:r>
              <a:t>British intervention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Alliance with Russia</a:t>
            </a:r>
          </a:p>
          <a:p>
            <a:pPr/>
            <a:r>
              <a:t>Mobilization</a:t>
            </a:r>
          </a:p>
          <a:p>
            <a:pPr/>
            <a:r>
              <a:t>German aggression</a:t>
            </a:r>
          </a:p>
          <a:p>
            <a:pPr/>
            <a:r>
              <a:t>National defense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Italy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Neutral at start</a:t>
            </a:r>
          </a:p>
          <a:p>
            <a:pPr/>
            <a:r>
              <a:t>Alliance with Central Powers</a:t>
            </a:r>
          </a:p>
          <a:p>
            <a:pPr/>
            <a:r>
              <a:t>Decision to join</a:t>
            </a:r>
          </a:p>
          <a:p>
            <a:pPr/>
            <a:r>
              <a:t>National interests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Ottoman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Weakened by Balkan Wars</a:t>
            </a:r>
          </a:p>
          <a:p>
            <a:pPr/>
            <a:r>
              <a:t>Opportunity to regain power</a:t>
            </a:r>
          </a:p>
          <a:p>
            <a:pPr/>
            <a:r>
              <a:t>Entry into war</a:t>
            </a:r>
          </a:p>
          <a:p>
            <a:pPr/>
            <a:r>
              <a:t>National aspirations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United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neutrality</a:t>
            </a:r>
          </a:p>
          <a:p>
            <a:pPr/>
            <a:r>
              <a:t>Sinking of Lusitania</a:t>
            </a:r>
          </a:p>
          <a:p>
            <a:pPr/>
            <a:r>
              <a:t>Unrestricted submarine warfare</a:t>
            </a:r>
          </a:p>
          <a:p>
            <a:pPr/>
            <a:r>
              <a:t>U.S. intervention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Japan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East Asian interests</a:t>
            </a:r>
          </a:p>
          <a:p>
            <a:pPr/>
            <a:r>
              <a:t>Opportunity to expand</a:t>
            </a:r>
          </a:p>
          <a:p>
            <a:pPr/>
            <a:r>
              <a:t>Entry into war</a:t>
            </a:r>
          </a:p>
          <a:p>
            <a:pPr/>
            <a:r>
              <a:t>National interests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Central Powers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Germany</a:t>
            </a:r>
          </a:p>
          <a:p>
            <a:pPr/>
            <a:r>
              <a:t>Austria-Hungary</a:t>
            </a:r>
          </a:p>
          <a:p>
            <a:pPr/>
            <a:r>
              <a:t>Ottoman Empire</a:t>
            </a:r>
          </a:p>
          <a:p>
            <a:pPr/>
            <a:r>
              <a:t>Bulgaria</a:t>
            </a:r>
          </a:p>
          <a:p>
            <a:pPr/>
            <a:r>
              <a:t>Dominance and influence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Entente Powers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United Kingdom</a:t>
            </a:r>
          </a:p>
          <a:p>
            <a:pPr/>
            <a:r>
              <a:t>France</a:t>
            </a:r>
          </a:p>
          <a:p>
            <a:pPr/>
            <a:r>
              <a:t>Russia</a:t>
            </a:r>
          </a:p>
          <a:p>
            <a:pPr/>
            <a:r>
              <a:t>United States</a:t>
            </a:r>
          </a:p>
          <a:p>
            <a:pPr/>
            <a:r>
              <a:t>National interests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League of 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after WWI</a:t>
            </a:r>
          </a:p>
          <a:p>
            <a:pPr/>
            <a:r>
              <a:t>Promote international cooperation</a:t>
            </a:r>
          </a:p>
          <a:p>
            <a:pPr/>
            <a:r>
              <a:t>Prevent future conflicts</a:t>
            </a:r>
          </a:p>
          <a:p>
            <a:pPr/>
            <a:r>
              <a:t>Limited effectiveness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League of Nations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for dispute resolution</a:t>
            </a:r>
          </a:p>
          <a:p>
            <a:pPr/>
            <a:r>
              <a:t>Complex political interests</a:t>
            </a:r>
          </a:p>
          <a:p>
            <a:pPr/>
            <a:r>
              <a:t>Economic interests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League of Nations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Failed to prevent WWII</a:t>
            </a:r>
          </a:p>
          <a:p>
            <a:pPr/>
            <a:r>
              <a:t>Legacy of international cooperation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Causes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web of alliances</a:t>
            </a:r>
          </a:p>
          <a:p>
            <a:pPr/>
            <a:r>
              <a:t>Nationalism and imperialism</a:t>
            </a:r>
          </a:p>
          <a:p>
            <a:pPr/>
            <a:r>
              <a:t>Arms race</a:t>
            </a:r>
          </a:p>
          <a:p>
            <a:pPr/>
            <a:r>
              <a:t>Tensions and conflicts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Causes of World War I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factors leading to war</a:t>
            </a:r>
          </a:p>
          <a:p>
            <a:pPr/>
            <a:r>
              <a:t>Interconnected events</a:t>
            </a:r>
          </a:p>
          <a:p>
            <a:pPr/>
            <a:r>
              <a:t>Global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