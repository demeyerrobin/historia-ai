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1 - The Road to Revolution: Social and Economic Discontent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to Revolution: Social Discontent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Ancien Régime: A Rigid Hierarchy</a:t>
            </a:r>
          </a:p>
          <a:p>
            <a:pPr/>
            <a:r>
              <a:t>Economic Hardship: Poverty and Inequality</a:t>
            </a:r>
          </a:p>
          <a:p>
            <a:pPr/>
            <a:r>
              <a:t>Social Inequality: Rigid Class Divisions</a:t>
            </a:r>
          </a:p>
          <a:p>
            <a:pPr/>
            <a:r>
              <a:t>Political Exclusion: Limited Voice for the People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Seeds of Discontent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Hardship: The System Favored the Wealthy</a:t>
            </a:r>
          </a:p>
          <a:p>
            <a:pPr/>
            <a:r>
              <a:t>Social Inequality: A Stark Divide Between Rich and Poor</a:t>
            </a:r>
          </a:p>
          <a:p>
            <a:pPr/>
            <a:r>
              <a:t>Political Exclusion: Limited Power for the People</a:t>
            </a:r>
          </a:p>
          <a:p>
            <a:pPr/>
            <a:r>
              <a:t>Enlightenment Ideas: Challenge to the Old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Figures and Their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Baruch Spinoza: Radical Social Contract Theory</a:t>
            </a:r>
          </a:p>
          <a:p>
            <a:pPr/>
            <a:r>
              <a:t>John Locke: Individual Rights and Limited Government</a:t>
            </a:r>
          </a:p>
          <a:p>
            <a:pPr/>
            <a:r>
              <a:t>Montesquieu: Separation of Powers</a:t>
            </a:r>
          </a:p>
          <a:p>
            <a:pPr/>
            <a:r>
              <a:t>Jean-Jacques Rousseau: Social Contract and Popular Sovereignty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Enlightenment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Reason, Individual Liberty, and Rights of Man</a:t>
            </a:r>
          </a:p>
          <a:p>
            <a:pPr/>
            <a:r>
              <a:t>Challenge to the Established Order</a:t>
            </a:r>
          </a:p>
          <a:p>
            <a:pPr/>
            <a:r>
              <a:t>Spread of Enlightenment Ideas: Global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American Revolution as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Lessons from the American Revolution</a:t>
            </a:r>
          </a:p>
          <a:p>
            <a:pPr/>
            <a:r>
              <a:t>Economic Hardship, Social Inequality, and Desire for Self-Government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to Revolution in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France's Social and Political Landscape</a:t>
            </a:r>
          </a:p>
          <a:p>
            <a:pPr/>
            <a:r>
              <a:t>Enlightenment Influence: A Catalyst for Change</a:t>
            </a:r>
          </a:p>
          <a:p>
            <a:pPr/>
            <a:r>
              <a:t>Rulers Out of Touch with the People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of Key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1789: The French Revolution Begins</a:t>
            </a:r>
          </a:p>
          <a:p>
            <a:pPr/>
            <a:r>
              <a:t>1789: Storming of the Bastille</a:t>
            </a:r>
          </a:p>
          <a:p>
            <a:pPr/>
            <a:r>
              <a:t>1791: The Constitution of the French Republic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Revolution: A Turning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Political and Social Change: A New Era</a:t>
            </a:r>
          </a:p>
          <a:p>
            <a:pPr/>
            <a:r>
              <a:t>Impact on France and the World</a:t>
            </a:r>
          </a:p>
          <a:p>
            <a:pPr/>
            <a:r>
              <a:t>Lasting Consequences: Lasting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did the Enlightenment influence the French Revolution?</a:t>
            </a:r>
          </a:p>
          <a:p>
            <a:pPr/>
            <a:r>
              <a:t>What were the key factors that led to the French Revolution?</a:t>
            </a:r>
          </a:p>
          <a:p>
            <a:pPr/>
            <a:r>
              <a:t>What were the long-term consequences of the French Revolution?</a:t>
            </a:r>
          </a:p>
          <a:p>
            <a:pPr/>
            <a:r>
              <a:t>How do we understand modern revolutions in light of the French Revolution?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