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3 - Impact of World War I on Civilians and Soldiers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Agentic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World War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1914-1918</a:t>
            </a:r>
          </a:p>
          <a:p>
            <a:pPr/>
            <a:r>
              <a:t>European powers</a:t>
            </a:r>
          </a:p>
          <a:p>
            <a:pPr/>
            <a:r>
              <a:t>Colonies</a:t>
            </a:r>
          </a:p>
          <a:p>
            <a:pPr/>
            <a:r>
              <a:t>Austria-Hungary</a:t>
            </a:r>
          </a:p>
          <a:p>
            <a:pPr/>
            <a:r>
              <a:t>Serbia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Causes of World War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Alliances</a:t>
            </a:r>
          </a:p>
          <a:p>
            <a:pPr/>
            <a:r>
              <a:t>Militarism</a:t>
            </a:r>
          </a:p>
          <a:p>
            <a:pPr/>
            <a:r>
              <a:t>Imperialism</a:t>
            </a:r>
          </a:p>
          <a:p>
            <a:pPr/>
            <a:r>
              <a:t>Nationalism</a:t>
            </a:r>
          </a:p>
          <a:p>
            <a:pPr/>
            <a:r>
              <a:t>Arms race</a:t>
            </a:r>
          </a:p>
          <a:p>
            <a:pPr/>
            <a:r>
              <a:t>Machine guns</a:t>
            </a:r>
          </a:p>
          <a:p>
            <a:pPr/>
            <a:r>
              <a:t>Trench warfare</a:t>
            </a:r>
          </a:p>
          <a:p>
            <a:pPr/>
            <a:r>
              <a:t>Chemical weapons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Immediate Outbreak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Assassination</a:t>
            </a:r>
          </a:p>
          <a:p>
            <a:pPr/>
            <a:r>
              <a:t>Austria-Hungary</a:t>
            </a:r>
          </a:p>
          <a:p>
            <a:pPr/>
            <a:r>
              <a:t>Serbia</a:t>
            </a:r>
          </a:p>
          <a:p>
            <a:pPr/>
            <a:r>
              <a:t>August 1914</a:t>
            </a:r>
          </a:p>
          <a:p>
            <a:pPr/>
            <a:r>
              <a:t>Central Powers</a:t>
            </a:r>
          </a:p>
          <a:p>
            <a:pPr/>
            <a:r>
              <a:t>Allies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Nature of the War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Trench warfare</a:t>
            </a:r>
          </a:p>
          <a:p>
            <a:pPr/>
            <a:r>
              <a:t>Heavy artillery</a:t>
            </a:r>
          </a:p>
          <a:p>
            <a:pPr/>
            <a:r>
              <a:t>New technologies</a:t>
            </a:r>
          </a:p>
          <a:p>
            <a:pPr/>
            <a:r>
              <a:t>Total war</a:t>
            </a:r>
          </a:p>
          <a:p>
            <a:pPr/>
            <a:r>
              <a:t>Entire populace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Trench Warfare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Fortified lines</a:t>
            </a:r>
          </a:p>
          <a:p>
            <a:pPr/>
            <a:r>
              <a:t>Prolonged battles</a:t>
            </a:r>
          </a:p>
          <a:p>
            <a:pPr/>
            <a:r>
              <a:t>High casualty rates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Race to the Sea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Battle of Mons</a:t>
            </a:r>
          </a:p>
          <a:p>
            <a:pPr/>
            <a:r>
              <a:t>British Expeditionary Force</a:t>
            </a:r>
          </a:p>
          <a:p>
            <a:pPr/>
            <a:r>
              <a:t>Western Front</a:t>
            </a:r>
          </a:p>
          <a:p>
            <a:pPr/>
            <a:r>
              <a:t>Race to outflank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on Soldiers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Intense boredom</a:t>
            </a:r>
          </a:p>
          <a:p>
            <a:pPr/>
            <a:r>
              <a:t>Moments of danger</a:t>
            </a:r>
          </a:p>
          <a:p>
            <a:pPr/>
            <a:r>
              <a:t>Harsh conditions</a:t>
            </a:r>
          </a:p>
          <a:p>
            <a:pPr/>
            <a:r>
              <a:t>Mud</a:t>
            </a:r>
          </a:p>
          <a:p>
            <a:pPr/>
            <a:r>
              <a:t>Cold</a:t>
            </a:r>
          </a:p>
          <a:p>
            <a:pPr/>
            <a:r>
              <a:t>Disease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Women in the War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Supporting war effort</a:t>
            </a:r>
          </a:p>
          <a:p>
            <a:pPr/>
            <a:r>
              <a:t>Factories</a:t>
            </a:r>
          </a:p>
          <a:p>
            <a:pPr/>
            <a:r>
              <a:t>Medical care</a:t>
            </a:r>
          </a:p>
          <a:p>
            <a:pPr/>
            <a:r>
              <a:t>Agriculture</a:t>
            </a:r>
          </a:p>
          <a:p>
            <a:pPr/>
            <a:r>
              <a:t>Industry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Homespun Movement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Producing clothing</a:t>
            </a:r>
          </a:p>
          <a:p>
            <a:pPr/>
            <a:r>
              <a:t>Resistance against British goods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Nonimportation and Nonconsumption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Boycotts</a:t>
            </a:r>
          </a:p>
          <a:p>
            <a:pPr/>
            <a:r>
              <a:t>British textiles</a:t>
            </a:r>
          </a:p>
          <a:p>
            <a:pPr/>
            <a:r>
              <a:t>Political and economic significance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Soldiers' Experiences in the Trenches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Vigilance</a:t>
            </a:r>
          </a:p>
          <a:p>
            <a:pPr/>
            <a:r>
              <a:t>Gas attacks</a:t>
            </a:r>
          </a:p>
          <a:p>
            <a:pPr/>
            <a:r>
              <a:t>Psychological impact</a:t>
            </a:r>
          </a:p>
          <a:p>
            <a:pPr/>
            <a:r>
              <a:t>Coping mechanisms</a:t>
            </a:r>
          </a:p>
          <a:p>
            <a:pPr/>
            <a:r>
              <a:t>Camaraderie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on Civilians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Food shortages</a:t>
            </a:r>
          </a:p>
          <a:p>
            <a:pPr/>
            <a:r>
              <a:t>Rationing</a:t>
            </a:r>
          </a:p>
          <a:p>
            <a:pPr/>
            <a:r>
              <a:t>Economic strain</a:t>
            </a:r>
          </a:p>
          <a:p>
            <a:pPr/>
            <a:r>
              <a:t>Shared sacrifice</a:t>
            </a:r>
          </a:p>
          <a:p>
            <a:pPr/>
            <a:r>
              <a:t>Unity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and Economic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Expansion of women's roles</a:t>
            </a:r>
          </a:p>
          <a:p>
            <a:pPr/>
            <a:r>
              <a:t>Breakdown of traditional gender roles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Women in the Homefront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Managing farms</a:t>
            </a:r>
          </a:p>
          <a:p>
            <a:pPr/>
            <a:r>
              <a:t>Running businesses</a:t>
            </a:r>
          </a:p>
          <a:p>
            <a:pPr/>
            <a:r>
              <a:t>Providing medical care</a:t>
            </a:r>
          </a:p>
          <a:p>
            <a:pPr/>
            <a:r>
              <a:t>Psychological and emotional strain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Care and Hospitals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Rudimentary</a:t>
            </a:r>
          </a:p>
          <a:p>
            <a:pPr/>
            <a:r>
              <a:t>Field hospitals</a:t>
            </a:r>
          </a:p>
          <a:p>
            <a:pPr/>
            <a:r>
              <a:t>New medical technologies</a:t>
            </a:r>
          </a:p>
          <a:p>
            <a:pPr/>
            <a:r>
              <a:t>Trench foot</a:t>
            </a:r>
          </a:p>
          <a:p>
            <a:pPr/>
            <a:r>
              <a:t>Dysentery</a:t>
            </a:r>
          </a:p>
          <a:p>
            <a:pPr/>
            <a:r>
              <a:t>Infections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Disease and Casualties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Trench foot</a:t>
            </a:r>
          </a:p>
          <a:p>
            <a:pPr/>
            <a:r>
              <a:t>Dysentery</a:t>
            </a:r>
          </a:p>
          <a:p>
            <a:pPr/>
            <a:r>
              <a:t>Infections</a:t>
            </a:r>
          </a:p>
          <a:p>
            <a:pPr/>
            <a:r>
              <a:t>Medical infrastructure</a:t>
            </a:r>
          </a:p>
          <a:p>
            <a:pPr/>
            <a:r>
              <a:t>Suffering</a:t>
            </a:r>
          </a:p>
          <a:p>
            <a:pPr/>
            <a:r>
              <a:t>Death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Psychological Impact on Soldiers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Shell shock</a:t>
            </a:r>
          </a:p>
          <a:p>
            <a:pPr/>
            <a:r>
              <a:t>Post-traumatic stress disorder (PTSD)</a:t>
            </a:r>
          </a:p>
          <a:p>
            <a:pPr/>
            <a:r>
              <a:t>Ability to return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Role of Women in Espionage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Gathering information</a:t>
            </a:r>
          </a:p>
          <a:p>
            <a:pPr/>
            <a:r>
              <a:t>Spying on enemy lines</a:t>
            </a:r>
          </a:p>
          <a:p>
            <a:pPr/>
            <a:r>
              <a:t>Intelligence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Women in the Armed Forces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Disguised as men</a:t>
            </a:r>
          </a:p>
          <a:p>
            <a:pPr/>
            <a:r>
              <a:t>Significant contributions</a:t>
            </a:r>
          </a:p>
          <a:p>
            <a:pPr/>
            <a:r>
              <a:t>Varied roles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on Civilian Populations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Rationing</a:t>
            </a:r>
          </a:p>
          <a:p>
            <a:pPr/>
            <a:r>
              <a:t>Shortages</a:t>
            </a:r>
          </a:p>
          <a:p>
            <a:pPr/>
            <a:r>
              <a:t>Loss of loved ones</a:t>
            </a:r>
          </a:p>
          <a:p>
            <a:pPr/>
            <a:r>
              <a:t>Collective trauma</a:t>
            </a:r>
          </a:p>
          <a:p>
            <a:pPr/>
            <a:r>
              <a:t>Change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Homefront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Economic prosperity</a:t>
            </a:r>
          </a:p>
          <a:p>
            <a:pPr/>
            <a:r>
              <a:t>Hardship</a:t>
            </a:r>
          </a:p>
          <a:p>
            <a:pPr/>
            <a:r>
              <a:t>Shared sacrifice</a:t>
            </a:r>
          </a:p>
          <a:p>
            <a:pPr/>
            <a:r>
              <a:t>Unity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Women's Roles in the Workforce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Factories</a:t>
            </a:r>
          </a:p>
          <a:p>
            <a:pPr/>
            <a:r>
              <a:t>Farms</a:t>
            </a:r>
          </a:p>
          <a:p>
            <a:pPr/>
            <a:r>
              <a:t>Industries</a:t>
            </a:r>
          </a:p>
          <a:p>
            <a:pPr/>
            <a:r>
              <a:t>Supporting war effort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Role of Women in the Medical Field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Nurses</a:t>
            </a:r>
          </a:p>
          <a:p>
            <a:pPr/>
            <a:r>
              <a:t>Medical personnel</a:t>
            </a:r>
          </a:p>
          <a:p>
            <a:pPr/>
            <a:r>
              <a:t>Essential care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Women's Political Activism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Advocating for rights</a:t>
            </a:r>
          </a:p>
          <a:p>
            <a:pPr/>
            <a:r>
              <a:t>Participating in movements</a:t>
            </a:r>
          </a:p>
          <a:p>
            <a:pPr/>
            <a:r>
              <a:t>Need for equality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Role of Women in Propaganda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Writing</a:t>
            </a:r>
          </a:p>
          <a:p>
            <a:pPr/>
            <a:r>
              <a:t>Art</a:t>
            </a:r>
          </a:p>
          <a:p>
            <a:pPr/>
            <a:r>
              <a:t>Communication</a:t>
            </a:r>
          </a:p>
          <a:p>
            <a:pPr/>
            <a:r>
              <a:t>Promoting war effort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Women's Economic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Factories</a:t>
            </a:r>
          </a:p>
          <a:p>
            <a:pPr/>
            <a:r>
              <a:t>Industries</a:t>
            </a:r>
          </a:p>
          <a:p>
            <a:pPr/>
            <a:r>
              <a:t>Producing goods</a:t>
            </a:r>
          </a:p>
          <a:p>
            <a:pPr/>
            <a:r>
              <a:t>Supporting war effort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Long-term Impact on Women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Greater acceptance</a:t>
            </a:r>
          </a:p>
          <a:p>
            <a:pPr/>
            <a:r>
              <a:t>Advancements in equality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Role of Women in the Home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Managing households</a:t>
            </a:r>
          </a:p>
          <a:p>
            <a:pPr/>
            <a:r>
              <a:t>Caring for children</a:t>
            </a:r>
          </a:p>
          <a:p>
            <a:pPr/>
            <a:r>
              <a:t>Emotional support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Role of Women in the Aftermath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Profound impact</a:t>
            </a:r>
          </a:p>
          <a:p>
            <a:pPr/>
            <a:r>
              <a:t>Greater acceptance</a:t>
            </a:r>
          </a:p>
          <a:p>
            <a:pPr/>
            <a:r>
              <a:t>Push for rights</a:t>
            </a:r>
          </a:p>
          <a:p>
            <a:pPr/>
            <a:r>
              <a:t>Opportunities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Profound and far-reaching</a:t>
            </a:r>
          </a:p>
          <a:p>
            <a:pPr/>
            <a:r>
              <a:t>Changed roles and expectations</a:t>
            </a:r>
          </a:p>
          <a:p>
            <a:pPr/>
            <a:r>
              <a:t>Lasting impact</a:t>
            </a:r>
          </a:p>
          <a:p>
            <a:pPr/>
            <a:r>
              <a:t>Social, economic, political landscape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