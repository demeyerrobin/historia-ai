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2 - Major Battles and Turning 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Saratoga 1777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Point</a:t>
            </a:r>
          </a:p>
          <a:p>
            <a:pPr/>
            <a:r>
              <a:t>American Victory</a:t>
            </a:r>
          </a:p>
          <a:p>
            <a:pPr/>
            <a:r>
              <a:t>October 1777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Saratoga 1777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French Support</a:t>
            </a:r>
          </a:p>
          <a:p>
            <a:pPr/>
            <a:r>
              <a:t>1778 Alliance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Yorktown 1781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Major Battle</a:t>
            </a:r>
          </a:p>
          <a:p>
            <a:pPr/>
            <a:r>
              <a:t>American and French Forces</a:t>
            </a:r>
          </a:p>
          <a:p>
            <a:pPr/>
            <a:r>
              <a:t>October 1781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Yorktown 1781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British Surrender</a:t>
            </a:r>
          </a:p>
          <a:p>
            <a:pPr/>
            <a:r>
              <a:t>Lord Cornwallis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Trafalgar 1805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Napoleonic Wars</a:t>
            </a:r>
          </a:p>
          <a:p>
            <a:pPr/>
            <a:r>
              <a:t>British Victory</a:t>
            </a:r>
          </a:p>
          <a:p>
            <a:pPr/>
            <a:r>
              <a:t>October 1805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Trafalgar 1805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Admiral Nelson</a:t>
            </a:r>
          </a:p>
          <a:p>
            <a:pPr/>
            <a:r>
              <a:t>French and Spanish Fleet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Waterloo 1815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Napoleonic Wars</a:t>
            </a:r>
          </a:p>
          <a:p>
            <a:pPr/>
            <a:r>
              <a:t>British and Prussian Forces</a:t>
            </a:r>
          </a:p>
          <a:p>
            <a:pPr/>
            <a:r>
              <a:t>June 1815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Waterloo 1815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Napoleon Defeated</a:t>
            </a:r>
          </a:p>
          <a:p>
            <a:pPr/>
            <a:r>
              <a:t>Allied Victory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Gettysburg 1863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American Civil War</a:t>
            </a:r>
          </a:p>
          <a:p>
            <a:pPr/>
            <a:r>
              <a:t>Pivotal Battle</a:t>
            </a:r>
          </a:p>
          <a:p>
            <a:pPr/>
            <a:r>
              <a:t>July 1863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Gettysburg 1863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Union Victory</a:t>
            </a:r>
          </a:p>
          <a:p>
            <a:pPr/>
            <a:r>
              <a:t>General Lee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Stalingrad 1942-1943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 War II</a:t>
            </a:r>
          </a:p>
          <a:p>
            <a:pPr/>
            <a:r>
              <a:t>Soviet Victory</a:t>
            </a:r>
          </a:p>
          <a:p>
            <a:pPr/>
            <a:r>
              <a:t>1942-1943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Stalingrad 1942-1943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Fierce Fighting</a:t>
            </a:r>
          </a:p>
          <a:p>
            <a:pPr/>
            <a:r>
              <a:t>German Defeat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Midway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Pacific War</a:t>
            </a:r>
          </a:p>
          <a:p>
            <a:pPr/>
            <a:r>
              <a:t>U.S. Victory</a:t>
            </a:r>
          </a:p>
          <a:p>
            <a:pPr/>
            <a:r>
              <a:t>June 1942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Midway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Point</a:t>
            </a:r>
          </a:p>
          <a:p>
            <a:pPr/>
            <a:r>
              <a:t>Japanese Fleet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D-Day 1944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Normandy Invasion</a:t>
            </a:r>
          </a:p>
          <a:p>
            <a:pPr/>
            <a:r>
              <a:t>Allied Forces</a:t>
            </a:r>
          </a:p>
          <a:p>
            <a:pPr/>
            <a:r>
              <a:t>June 1944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D-Day 1944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 Overlord</a:t>
            </a:r>
          </a:p>
          <a:p>
            <a:pPr/>
            <a:r>
              <a:t>Normandy Beaches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the Bulge 1944-1945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 German Offensive</a:t>
            </a:r>
          </a:p>
          <a:p>
            <a:pPr/>
            <a:r>
              <a:t>December 1944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the Bulge 1944-1945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American and Allied Forces</a:t>
            </a:r>
          </a:p>
          <a:p>
            <a:pPr/>
            <a:r>
              <a:t>Fierce Winter Fighting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Dien Bien Phu 1954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French Indochina War</a:t>
            </a:r>
          </a:p>
          <a:p>
            <a:pPr/>
            <a:r>
              <a:t>Viet Minh Victory</a:t>
            </a:r>
          </a:p>
          <a:p>
            <a:pPr/>
            <a:r>
              <a:t>May 1954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Dien Bien Phu 1954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Error</a:t>
            </a:r>
          </a:p>
          <a:p>
            <a:pPr/>
            <a:r>
              <a:t>French Defeat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Kursk 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 War II</a:t>
            </a:r>
          </a:p>
          <a:p>
            <a:pPr/>
            <a:r>
              <a:t>Tanks Battle</a:t>
            </a:r>
          </a:p>
          <a:p>
            <a:pPr/>
            <a:r>
              <a:t>July 1943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Kursk 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Point</a:t>
            </a:r>
          </a:p>
          <a:p>
            <a:pPr/>
            <a:r>
              <a:t>German Defeat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El Alamein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African Campaign</a:t>
            </a:r>
          </a:p>
          <a:p>
            <a:pPr/>
            <a:r>
              <a:t>British Victory</a:t>
            </a:r>
          </a:p>
          <a:p>
            <a:pPr/>
            <a:r>
              <a:t>October 1942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El Alamein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Allied Forces</a:t>
            </a:r>
          </a:p>
          <a:p>
            <a:pPr/>
            <a:r>
              <a:t>German and Italian Forces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Stalingrad 1942-1943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Fierce Siege</a:t>
            </a:r>
          </a:p>
          <a:p>
            <a:pPr/>
            <a:r>
              <a:t>Soviet Counterattack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Midway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Codebreaking</a:t>
            </a:r>
          </a:p>
          <a:p>
            <a:pPr/>
            <a:r>
              <a:t>U.S. Intelligence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D-Day 1944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Allied Air Support</a:t>
            </a:r>
          </a:p>
          <a:p>
            <a:pPr/>
            <a:r>
              <a:t>Naval Bombardment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Dien Bien Phu 1954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 Supply Lines</a:t>
            </a:r>
          </a:p>
          <a:p>
            <a:pPr/>
            <a:r>
              <a:t>Viet Minh Strategy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Kursk 1943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Tanks Battle</a:t>
            </a:r>
          </a:p>
          <a:p>
            <a:pPr/>
            <a:r>
              <a:t>German Panzer Forces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Battle of El Alamein 1942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Allied Counteroffensive</a:t>
            </a:r>
          </a:p>
          <a:p>
            <a:pPr/>
            <a:r>
              <a:t>German Retreat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